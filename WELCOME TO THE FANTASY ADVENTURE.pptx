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62" r:id="rId7"/>
    <p:sldId id="263" r:id="rId8"/>
    <p:sldId id="257" r:id="rId9"/>
    <p:sldId id="258" r:id="rId10"/>
    <p:sldId id="260" r:id="rId11"/>
    <p:sldId id="261" r:id="rId12"/>
    <p:sldId id="259" r:id="rId13"/>
  </p:sldIdLst>
  <p:sldSz cx="9144000" cy="6858000"/>
  <p:notesSz cx="6858000" cy="9144000"/>
  <p:defaultTextStyle>
    <a:lvl1pPr marL="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4958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dt="1621909814" val="982" revOS="4"/>
      <pr:smFileRevision xmlns:pr="smNativeData" dt="1621909814" val="101"/>
      <pr:guideOptions xmlns:pr="smNativeData" dt="162190981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99" d="100"/>
          <a:sy n="99" d="100"/>
        </p:scale>
        <p:origin x="1105" y="211"/>
      </p:cViewPr>
      <p:guideLst x="0" y="0">
        <p:guide orient="horz" pos="2160"/>
        <p:guide pos="2880"/>
      </p:guideLst>
    </p:cSldViewPr>
  </p:slideViewPr>
  <p:outlineViewPr>
    <p:cViewPr>
      <p:scale>
        <a:sx n="303" d="100"/>
        <a:sy n="303" d="100"/>
      </p:scale>
      <p:origin x="0" y="0"/>
    </p:cViewPr>
  </p:outlineViewPr>
  <p:sorterViewPr>
    <p:cViewPr>
      <p:scale>
        <a:sx n="26" d="100"/>
        <a:sy n="26" d="100"/>
      </p:scale>
      <p:origin x="0" y="0"/>
    </p:cViewPr>
  </p:sorterViewPr>
  <p:notesViewPr>
    <p:cSldViewPr snapToObjects="1" showGuides="1">
      <p:cViewPr>
        <p:scale>
          <a:sx n="99" d="100"/>
          <a:sy n="99" d="100"/>
        </p:scale>
        <p:origin x="1105" y="211"/>
      </p:cViewPr>
    </p:cSldViewPr>
  </p:notesViewPr>
  <p:gridSpacing cx="71755" cy="71755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BAAAGg0AAAg0AAAmFgAAEAAAACYAAAAIAAAAAQAAAAAAAAA="/>
              </a:ext>
            </a:extLst>
          </p:cNvSpPr>
          <p:nvPr>
            <p:ph type="ctrTitle"/>
          </p:nvPr>
        </p:nvSpPr>
        <p:spPr>
          <a:xfrm>
            <a:off x="685800" y="2129790"/>
            <a:ext cx="77724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wCAAA6BcAANAvAACwIgAAEAAAACYAAAAIAAAAAYAAAAAAAAA="/>
              </a:ext>
            </a:extLst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55B4-FAD2-81A3-9C6C-0CF61B226A59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51FA-B4D2-81A7-9C6C-42F21F226A17}" type="slidenum">
              <a:t/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2AkAAHA1AACwJQAAEAAAACYAAAAIAAAAAAAAAAAAAAA=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QAI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1AE3-ADD2-81EC-9C6C-5BB954226A0E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46CB-85D2-81B0-9C6C-73E508226A26}" type="slidenum">
              <a:t/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yBAAAHBsAAEI0AAB9IwAAEAAAACYAAAAIAAAAgYAAAAAAAAA="/>
              </a:ext>
            </a:extLst>
          </p:cNvSpPr>
          <p:nvPr>
            <p:ph type="title"/>
          </p:nvPr>
        </p:nvSpPr>
        <p:spPr>
          <a:xfrm>
            <a:off x="722630" y="4406900"/>
            <a:ext cx="77724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>
              <a:defRPr cap="all"/>
            </a:pPr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yBAAA4REAAEI0AAAcGwAAEAAAACYAAAAIAAAAgYAAAAAAAAA="/>
              </a:ext>
            </a:extLst>
          </p:cNvSpPr>
          <p:nvPr>
            <p:ph idx="1"/>
          </p:nvPr>
        </p:nvSpPr>
        <p:spPr>
          <a:xfrm>
            <a:off x="722630" y="2906395"/>
            <a:ext cx="77724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667B-35D2-8190-9C6C-C3C528226A96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ZAw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MAhj4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56E2-ACD2-81A0-9C6C-5AF518226A0F}" type="slidenum">
              <a:t/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BCT4s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J+Aw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2AkAAKgbAACwJQAAEAAAACYAAAAIAAAAAYAAAAAAAAA="/>
              </a:ext>
            </a:extLst>
          </p:cNvSpPr>
          <p:nvPr>
            <p:ph idx="1"/>
          </p:nvPr>
        </p:nvSpPr>
        <p:spPr>
          <a:xfrm>
            <a:off x="457200" y="160020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MAbkE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YHAAA2AkAAHA1AACwJQAAEAAAACYAAAAIAAAAAYAAAAAAAAA="/>
              </a:ext>
            </a:extLst>
          </p:cNvSpPr>
          <p:nvPr>
            <p:ph idx="2"/>
          </p:nvPr>
        </p:nvSpPr>
        <p:spPr>
          <a:xfrm>
            <a:off x="4648200" y="160020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5eAw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04EC-A2D2-81F2-9C6C-54A74A226A01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VG86E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9Ay2g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71D6-98D2-8187-9C6C-6ED23F226A3B}" type="slidenum">
              <a:t/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MAhUE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MAjgw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cQkAAKobAABhDQAAEAAAACYAAAAIAAAAgYAAAAAAAAA="/>
              </a:ext>
            </a:extLst>
          </p:cNvSpPr>
          <p:nvPr>
            <p:ph idx="1"/>
          </p:nvPr>
        </p:nvSpPr>
        <p:spPr>
          <a:xfrm>
            <a:off x="457200" y="1534795"/>
            <a:ext cx="40398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JHd9Y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YQ0AAKobAACwJQAAEAAAACYAAAAIAAAAAYAAAAAAAAA="/>
              </a:ext>
            </a:extLst>
          </p:cNvSpPr>
          <p:nvPr>
            <p:ph idx="2"/>
          </p:nvPr>
        </p:nvSpPr>
        <p:spPr>
          <a:xfrm>
            <a:off x="457200" y="2174875"/>
            <a:ext cx="4039870" cy="395160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vGAw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WHAAAcQkAAHA1AABhDQAAEAAAACYAAAAIAAAAgYAAAAAAAAA="/>
              </a:ext>
            </a:extLst>
          </p:cNvSpPr>
          <p:nvPr>
            <p:ph idx="3"/>
          </p:nvPr>
        </p:nvSpPr>
        <p:spPr>
          <a:xfrm>
            <a:off x="4646930" y="1534795"/>
            <a:ext cx="40398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D8wAw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WHAAAYQ0AAHA1AACwJQAAEAAAACYAAAAIAAAAAYAAAAAAAAA="/>
              </a:ext>
            </a:extLst>
          </p:cNvSpPr>
          <p:nvPr>
            <p:ph idx="4"/>
          </p:nvPr>
        </p:nvSpPr>
        <p:spPr>
          <a:xfrm>
            <a:off x="4646930" y="2174875"/>
            <a:ext cx="4039870" cy="395160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MAf0o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7FF5-BBD2-8189-9C6C-4DDC31226A18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4RB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xWg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159E-D0D2-81E3-9C6C-26B65B226A73}" type="slidenum">
              <a:t/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hLhyM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MZg0Q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46E8-A6D2-81B0-9C6C-50E508226A05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d5B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4476-38D2-81B2-9C6C-CEE70A226A9B}" type="slidenum">
              <a:t/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CUo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605D-13D2-8196-9C6C-E5C32E226AB0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480E-40D2-81BE-9C6C-B6EB06226AE3}" type="slidenum">
              <a:t/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ItEHmg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rgEAAFIVAADUCAAAEAAAACYAAAAIAAAAgYAAAAAAAAA="/>
              </a:ext>
            </a:extLst>
          </p:cNvSpPr>
          <p:nvPr>
            <p:ph type="title"/>
          </p:nvPr>
        </p:nvSpPr>
        <p:spPr>
          <a:xfrm>
            <a:off x="457200" y="273050"/>
            <a:ext cx="3008630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+FQAArgEAAHA1AACwJQAAEAAAACYAAAAIAAAAAYAAAAAAAAA="/>
              </a:ext>
            </a:extLst>
          </p:cNvSpPr>
          <p:nvPr>
            <p:ph idx="1"/>
          </p:nvPr>
        </p:nvSpPr>
        <p:spPr>
          <a:xfrm>
            <a:off x="3575050" y="273050"/>
            <a:ext cx="5111750" cy="585343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1AgAAFIVAACwJQAAEAAAACYAAAAIAAAAAYAAAAAAAAA="/>
              </a:ext>
            </a:extLst>
          </p:cNvSpPr>
          <p:nvPr>
            <p:ph idx="2"/>
          </p:nvPr>
        </p:nvSpPr>
        <p:spPr>
          <a:xfrm>
            <a:off x="457200" y="1435100"/>
            <a:ext cx="3008630" cy="46913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50A0-EED2-81A6-9C6C-18F31E226A4D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78F8-B6D2-818E-9C6C-40DB36226A15}" type="slidenum">
              <a:t/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GCwAAiB0AAMYsAAAEIQAAEAAAACYAAAAIAAAAgYAAAAAAAAA="/>
              </a:ext>
            </a:extLst>
          </p:cNvSpPr>
          <p:nvPr>
            <p:ph type="title"/>
          </p:nvPr>
        </p:nvSpPr>
        <p:spPr>
          <a:xfrm>
            <a:off x="1791970" y="4800600"/>
            <a:ext cx="54864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K0U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GCwAAxgMAAMYsAAAWHQAAEAAAACYAAAAIAAAAAYAAAAAAAAA="/>
              </a:ext>
            </a:extLst>
          </p:cNvSpPr>
          <p:nvPr>
            <p:ph idx="1"/>
          </p:nvPr>
        </p:nvSpPr>
        <p:spPr>
          <a:xfrm>
            <a:off x="1791970" y="613410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hNxYM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GCwAABCEAAMYsAAD4JQAAEAAAACYAAAAIAAAAAYAAAAAAAAA="/>
              </a:ext>
            </a:extLst>
          </p:cNvSpPr>
          <p:nvPr>
            <p:ph idx="2"/>
          </p:nvPr>
        </p:nvSpPr>
        <p:spPr>
          <a:xfrm>
            <a:off x="1791970" y="5367020"/>
            <a:ext cx="5486400" cy="8051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7D98-D6D2-818B-9C6C-20DE33226A75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9eB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IRJp0Y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4B51-1FD2-81BD-9C6C-E9E805226ABC}" type="slidenum">
              <a:t/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I+B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2AkAAHA1AACwJQAAEAAAACYAAAAIAAAAAgAAAAAAAAA=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5D39-77D2-81AB-9C6C-81FE13226AD4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DM/bWM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3865-2BD2-81CE-9C6C-DD9B76226A88}" type="slidenum">
              <a:t/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IKAAAsAEAAHA1AACwJQAAEAAAACYAAAAIAAAAgwAAAAAAAAA="/>
              </a:ext>
            </a:extLst>
          </p:cNvSpPr>
          <p:nvPr>
            <p:ph type="title"/>
          </p:nvPr>
        </p:nvSpPr>
        <p:spPr>
          <a:xfrm>
            <a:off x="6629400" y="274320"/>
            <a:ext cx="20574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NgnAACwJQAAEAAAACYAAAAIAAAAAwAAAAAAAAA="/>
              </a:ext>
            </a:extLst>
          </p:cNvSpPr>
          <p:nvPr>
            <p:ph idx="1"/>
          </p:nvPr>
        </p:nvSpPr>
        <p:spPr>
          <a:xfrm>
            <a:off x="457200" y="274320"/>
            <a:ext cx="6019800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AAAAAAAAAAA=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D46684-CAD2-8190-9C6C-3CC528226A69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IZZAw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AAAAAAAAAAA=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AAAAAAAAAAA=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D410C1-8FD2-81E6-9C6C-79B35E226A2C}" type="slidenum">
              <a:t/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//////////8="/>
              </a:ext>
            </a:extLst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2AkAAHA1AACwJQAAEAAAACYAAAAIAAAA//////////8="/>
              </a:ext>
            </a:extLst>
          </p:cNvSpPr>
          <p:nvPr>
            <p:ph type="body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GycAAPAPAABZKQAAEAAAACYAAAAIAAAA//////////8="/>
              </a:ext>
            </a:extLst>
          </p:cNvSpPr>
          <p:nvPr>
            <p:ph type="dt" sz="quarter" idx="2"/>
          </p:nvPr>
        </p:nvSpPr>
        <p:spPr>
          <a:xfrm>
            <a:off x="457200" y="6356985"/>
            <a:ext cx="213360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pPr/>
            <a:fld id="{3FD4576A-24D2-81A1-9C6C-D2F419226A87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EwAAGycAAAglAABZKQAAEAAAACYAAAAIAAAA//////////8="/>
              </a:ext>
            </a:extLst>
          </p:cNvSpPr>
          <p:nvPr>
            <p:ph type="ftr" sz="quarter" idx="3"/>
          </p:nvPr>
        </p:nvSpPr>
        <p:spPr>
          <a:xfrm>
            <a:off x="3124200" y="6356985"/>
            <a:ext cx="289560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QKAAAGycAAHA1AABZKQAAEAAAACYAAAAIAAAA//////////8="/>
              </a:ext>
            </a:extLst>
          </p:cNvSpPr>
          <p:nvPr>
            <p:ph type="sldNum" sz="quarter" idx="4"/>
          </p:nvPr>
        </p:nvSpPr>
        <p:spPr>
          <a:xfrm>
            <a:off x="6553200" y="6356985"/>
            <a:ext cx="213360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/>
            <a:fld id="{3FD40B02-4CD2-81FD-9C6C-BAA845226AEF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4958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4958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Override" Target="../theme/themeOverr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themeOverride" Target="../theme/themeOverride2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Override" Target="../theme/themeOverride3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Override" Target="../theme/themeOverride4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Override" Target="../theme/themeOverride5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Override" Target="../theme/themeOverride6.xml"/></Relationships>
</file>

<file path=ppt/slides/slide1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bg>
      <p:bgPr>
        <a:solidFill>
          <a:schemeClr val="folHlink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MAih0MAAAAEAAAAAAAAAAAAAAAAAAAAAAAAAAeAAAAaAAAAAAAAAAAAAAAAAAAAAAAAAAAAAAAECcAABAnAAAAAAAAAAAAAAAAAAAAAAAAAAAAAAAAAAAAAAAAAAAAABQAAAAAAAAAwMD/AAAAAABkAAAAMgAAAAAAAABkAAAAAAAAAH9/fwAKAAAAHwAAAFQAAAAzZswFAACZAQAAAAAAAAAAAAAAAAAAAAAAAAAAAAAAAAAAAAAAAAAA////An9/fwAAM2YDzMzMAMDA/wB/f38AAAAAAAAAAAAAAAAAAAAAAAAAAAAhAAAAGAAAABQAAABGBAAAYAoAABY0AABsEwAAAAAAACYAAAAIAAAAAQAAAAAAAAA="/>
              </a:ext>
            </a:extLst>
          </p:cNvSpPr>
          <p:nvPr>
            <p:ph type="ctrTitle"/>
          </p:nvPr>
        </p:nvSpPr>
        <p:spPr>
          <a:xfrm>
            <a:off x="694690" y="1686560"/>
            <a:ext cx="7772400" cy="1470660"/>
          </a:xfrm>
        </p:spPr>
        <p:txBody>
          <a:bodyPr/>
          <a:lstStyle/>
          <a:p>
            <a:pPr>
              <a:defRPr>
                <a:solidFill>
                  <a:srgbClr val="FF0000"/>
                </a:solidFill>
              </a:defRPr>
            </a:pPr>
            <a:r>
              <a:t>WELCOME TO THE FANTASY ADVENTURE!!!</a:t>
            </a:r>
          </a:p>
          <a:p>
            <a:pPr>
              <a:defRPr sz="3600">
                <a:solidFill>
                  <a:srgbClr val="FF0000"/>
                </a:solidFill>
              </a:defRPr>
            </a:pPr>
            <a:r>
              <a:t>A RPG TEXT GAME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zZswFAACZAQAAAAAAAAAAAAAAAAAAAAAAAAAAAAAAAAAAAAAAAAAA////An9/fwAAM2YDzMzMAMDA/wB/f38AAAAAAAAAAAAAAAAAAAAAAAAAAAAhAAAAGAAAABQAAABwCAAA6BcAANAvAACwIgAAEAAAACYAAAAIAAAAAAAAAAAAAAA=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chemeClr val="hlink"/>
                </a:solidFill>
              </a:defRPr>
            </a:pPr>
            <a:r>
              <a:t>ARE YOU READY FOR THE ADVENTURE?!?!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C74OMF////AQAAAAAAAAAAAAAAAAAAAAAAAAAAAAAAAAAAAAAAAAAAAAAAAn9/fwCAgI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MY SCHEDULE IN TRELLO</a:t>
            </a:r>
          </a:p>
        </p:txBody>
      </p:sp>
      <p:pic>
        <p:nvPicPr>
          <p:cNvPr id="3" name="Picture1"/>
          <p:cNvPicPr>
            <a:picLocks noChangeAspect="1"/>
            <a:extLst>
              <a:ext uri="smNativeData">
                <pr:smNativeData xmlns:pr="smNativeData" val="SMDATA_15_NmGsYB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DAAAABAAAAAAAAAAAAAAAAAAAAAAAAAAHgAAAGgAAAAAAAAAAAAAAAAAAAAAAAAAAAAAABAnAAAQJwAAAAAAAAAAAAAAAAAAAAAAAAAAAAAAAAAAAAAAAAAAAAAUAAAAAAAAAMDA/wAAAAAAZAAAADIAAAAAAAAAZAAAAAAAAAB/f38ACgAAAB8AAABUAAAAu+DjBf///wEAAAAAAAAAAAAAAAAAAAAAAAAAAAAAAAAAAAAAAAAAAAAAAAJ/f38AgICAA8zMzADAwP8Af39/AAAAAAAAAAAAAAAAAP///wAAAAAAIQAAABgAAAAUAAAAAAAAAPYKAAA/OAAAZyYAABAAAAAmAAAACAAAAP//////////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1810"/>
            <a:ext cx="9143365" cy="446087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D///cF///ZAQAAAAAAAAAAAAAAAAAAAAAAAAAAAAAAAAAAAAAAAAAAAAAAAn9/fwB3d3c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</a:p>
        </p:txBody>
      </p:sp>
      <p:pic>
        <p:nvPicPr>
          <p:cNvPr id="3" name="Picture1"/>
          <p:cNvPicPr>
            <a:picLocks noChangeAspect="1"/>
            <a:extLst>
              <a:ext uri="smNativeData">
                <pr:smNativeData xmlns:pr="smNativeData" val="SMDATA_15_NmGsYB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DAAAABAAAAAAAAAAAAAAAAAAAAAAAAAAHgAAAGgAAAAAAAAAAAAAAAAAAAAAAAAAAAAAABAnAAAQJwAAAAAAAAAAAAAAAAAAAAAAAAAAAAAAAAAAAAAAAAAAAAAUAAAAAAAAAMDA/wAAAAAAZAAAADIAAAAAAAAAZAAAAAAAAAB/f38ACgAAAB8AAABUAAAA///3Bf//2QEAAAAAAAAAAAAAAAAAAAAAAAAAAAAAAAAAAAAAAAAAAAAAAAJ/f38Ad3d3A8zMzADAwP8Af39/AAAAAAAAAAAAAAAAAP///wAAAAAAIQAAABgAAAAUAAAANxEAAAAAAABgKAAALyoAABAAAAAmAAAACAAAAP//////////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798445" y="0"/>
            <a:ext cx="3764915" cy="685736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BgWXsFZmaZAQAAAAAAAAAAAAAAAAAAAAAAAAAAAAAAAAAAAAAAAAAA////An9/fwA+PlwDzMzMAMDA/wB/f38AAAAAAAAAAAAAAAAAAAAAAAAAAAAhAAAAGAAAABQAAADQAgAArgEAAFIVAADU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/>
              <a:t>Dependencies:</a:t>
            </a:r>
            <a:r>
              <a:t>	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BgWXsFZmaZAQAAAAAAAAAAAAAAAAAAAAAAAAAAAAAAAAAAAAAAAAAA////An9/fwA+PlwDzMzMAMDA/wB/f38AAAAAAAAAAAAAAAAAAAAAAAAAAAAhAAAAGAAAABQAAAD+FQAArgEAAHA1AACwJQAAEAAAACYAAAAIAAAAAYAAAAAAAAA="/>
              </a:ext>
            </a:extLst>
          </p:cNvSpPr>
          <p:nvPr>
            <p:ph type="body" idx="1"/>
          </p:nvPr>
        </p:nvSpPr>
        <p:spPr>
          <a:xfrm>
            <a:off x="3575050" y="273050"/>
            <a:ext cx="5111750" cy="585343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/>
          </a:p>
          <a:p>
            <a:pPr/>
          </a:p>
          <a:p>
            <a:pPr/>
            <a:r>
              <a:t>THE PROGRAM DOES:</a:t>
            </a:r>
          </a:p>
          <a:p>
            <a:pPr/>
          </a:p>
          <a:p>
            <a:pPr/>
          </a:p>
          <a:p>
            <a:pPr marL="742950" indent="-285750">
              <a:buChar char="–"/>
              <a:defRPr sz="3000"/>
            </a:pPr>
            <a:r>
              <a:t>The program will request to interact with the user in order to go through the adventure, such as:</a:t>
            </a:r>
          </a:p>
        </p:txBody>
      </p:sp>
      <p:sp>
        <p:nvSpPr>
          <p:cNvPr id="4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kAIAAMAAAAEAAAAAAAAAAAAAAAAAAAAAAAAAAeAAAAaAAAAAAAAAAAAAAAAAAAAAAAAAAAAAAAECcAABAnAAAAAAAAAAAAAAAAAAAAAAAAAAAAAAAAAAAAAAAAAAAAABQAAAAAAAAAwMD/AAAAAABkAAAAMgAAAAAAAABkAAAAAAAAAH9/fwAKAAAAHwAAAFQAAABgWXsFZmaZAQAAAAAAAAAAAAAAAAAAAAAAAAAAAAAAAAAAAAAAAAAA////An9/fwA+PlwDzMzMAMDA/wB/f38AAAAAAAAAAAAAAAAAAAAAAAAAAAAhAAAAGAAAABQAAADQAgAA1AgAAFIVAACwJQAAEAAAACYAAAAIAAAAAAAAAAAAAAA="/>
              </a:ext>
            </a:extLst>
          </p:cNvSpPr>
          <p:nvPr>
            <p:ph type="body" idx="2"/>
          </p:nvPr>
        </p:nvSpPr>
        <p:spPr/>
        <p:txBody>
          <a:bodyPr/>
          <a:lstStyle/>
          <a:p>
            <a:pPr>
              <a:defRPr sz="3000"/>
            </a:pPr>
          </a:p>
          <a:p>
            <a:pPr>
              <a:defRPr sz="3000"/>
            </a:pPr>
            <a:r>
              <a:t>- Ruby Terminal</a:t>
            </a:r>
          </a:p>
          <a:p>
            <a:pPr>
              <a:defRPr sz="3000"/>
            </a:pPr>
          </a:p>
          <a:p>
            <a:pPr>
              <a:defRPr sz="3000"/>
            </a:pPr>
            <a:r>
              <a:t>- Gem library    	colorize</a:t>
            </a:r>
          </a:p>
          <a:p>
            <a:pPr>
              <a:defRPr sz="3000"/>
            </a:pPr>
          </a:p>
          <a:p>
            <a:pPr>
              <a:defRPr sz="3000"/>
            </a:pPr>
            <a:r>
              <a:t>- Run </a:t>
            </a:r>
            <a:r>
              <a:rPr i="1"/>
              <a:t>ruby adventureapp.rb</a:t>
            </a:r>
            <a:endParaRPr i="1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bg>
      <p:bgPr>
        <a:solidFill>
          <a:schemeClr val="folHlink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A4BAAAGg0AAAg0AAAmFgAAEAAAACYAAAAIAAAAAAAAAAAAAAA=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>
              <a:defRPr sz="3000"/>
            </a:pPr>
            <a:r>
              <a:t>INSERT CHARACTER NAME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BwCAAA6BcAANAvAACwIgAAEAAAACYAAAAIAAAAAAAAAAAAAAA=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>
              <a:defRPr sz="3000"/>
            </a:pPr>
            <a:r>
              <a:t>CHOOSE THE CLASS OF THE PLAYER</a:t>
            </a:r>
          </a:p>
          <a:p>
            <a:pPr>
              <a:defRPr sz="3000"/>
            </a:pPr>
            <a:r>
              <a:t>(Not the class in oop, just the adventure class, like Mage, Fighter...)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bg>
      <p:bgPr>
        <a:solidFill>
          <a:schemeClr val="folHlink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DURING THE ADVENTURE, THE PROGRAM ASKS: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cQkAAKobAABhDQAAEAAAACYAAAAIAAAAgYAAAAAAAAA="/>
              </a:ext>
            </a:extLst>
          </p:cNvSpPr>
          <p:nvPr>
            <p:ph type="body" idx="1"/>
          </p:nvPr>
        </p:nvSpPr>
        <p:spPr>
          <a:xfrm>
            <a:off x="457200" y="1534795"/>
            <a:ext cx="40398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/>
          </a:p>
        </p:txBody>
      </p:sp>
      <p:sp>
        <p:nvSpPr>
          <p:cNvPr id="4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YQ0AAKobAACwJQAAEAAAACYAAAAIAAAAAYAAAAAAAAA="/>
              </a:ext>
            </a:extLst>
          </p:cNvSpPr>
          <p:nvPr>
            <p:ph type="body" idx="2"/>
          </p:nvPr>
        </p:nvSpPr>
        <p:spPr>
          <a:xfrm>
            <a:off x="457200" y="2174875"/>
            <a:ext cx="4039870" cy="395160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/>
          </a:p>
          <a:p>
            <a:pPr>
              <a:defRPr sz="3000"/>
            </a:pPr>
            <a:r>
              <a:t>What direction to go;</a:t>
            </a:r>
          </a:p>
          <a:p>
            <a:pPr/>
          </a:p>
          <a:p>
            <a:pPr>
              <a:defRPr sz="3000"/>
            </a:pPr>
            <a:r>
              <a:t>Whether to fight or run;</a:t>
            </a:r>
          </a:p>
        </p:txBody>
      </p:sp>
      <p:sp>
        <p:nvSpPr>
          <p:cNvPr id="5" name="SlideText4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WHAAAcQkAAHA1AABhDQAAEAAAACYAAAAIAAAAgYAAAAAAAAA="/>
              </a:ext>
            </a:extLst>
          </p:cNvSpPr>
          <p:nvPr>
            <p:ph type="body" idx="3"/>
          </p:nvPr>
        </p:nvSpPr>
        <p:spPr>
          <a:xfrm>
            <a:off x="4646930" y="1534795"/>
            <a:ext cx="40398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/>
          </a:p>
        </p:txBody>
      </p:sp>
      <p:sp>
        <p:nvSpPr>
          <p:cNvPr id="6" name="SlideText3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WHAAAYQ0AAHA1AACwJQAAEAAAACYAAAAIAAAAAAAAAAAAAAA="/>
              </a:ext>
            </a:extLst>
          </p:cNvSpPr>
          <p:nvPr>
            <p:ph type="body" idx="4"/>
          </p:nvPr>
        </p:nvSpPr>
        <p:spPr/>
        <p:txBody>
          <a:bodyPr/>
          <a:lstStyle/>
          <a:p>
            <a:pPr>
              <a:defRPr sz="3000"/>
            </a:pPr>
          </a:p>
          <a:p>
            <a:pPr>
              <a:defRPr sz="3000"/>
            </a:pPr>
            <a:r>
              <a:t>The program will output all the player's choices and update the character's inventory and health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PROS’ AND CONS’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cQkAAKobAABhDQAAEAAAACYAAAAIAAAAgYAAAAAAAAA="/>
              </a:ext>
            </a:extLst>
          </p:cNvSpPr>
          <p:nvPr>
            <p:ph type="body" idx="1"/>
          </p:nvPr>
        </p:nvSpPr>
        <p:spPr>
          <a:xfrm>
            <a:off x="457200" y="1534795"/>
            <a:ext cx="40398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/>
            <a:r>
              <a:t>PROS’	</a:t>
            </a:r>
          </a:p>
        </p:txBody>
      </p:sp>
      <p:sp>
        <p:nvSpPr>
          <p:cNvPr id="4" name="SlideText2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YQ0AAKobAACwJQAAEAAAACYAAAAIAAAAAYAAAAAAAAA="/>
              </a:ext>
            </a:extLst>
          </p:cNvSpPr>
          <p:nvPr>
            <p:ph type="body" idx="2"/>
          </p:nvPr>
        </p:nvSpPr>
        <p:spPr>
          <a:xfrm>
            <a:off x="457200" y="2174875"/>
            <a:ext cx="4039870" cy="395160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/>
          </a:p>
          <a:p>
            <a:pPr/>
            <a:r>
              <a:t>I really enjoyed doing the adventure!</a:t>
            </a:r>
          </a:p>
        </p:txBody>
      </p:sp>
      <p:sp>
        <p:nvSpPr>
          <p:cNvPr id="5" name="SlideText4"/>
          <p:cNvSpPr>
            <a:spLocks noGrp="1" noChangeArrowheads="1"/>
            <a:extLst>
              <a:ext uri="smNativeData">
                <pr:smNativeData xmlns:pr="smNativeData" val="SMDATA_13_NmGsYB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WHAAAcQkAAHA1AABhDQAAEAAAACYAAAAIAAAAgYAAAAAAAAA="/>
              </a:ext>
            </a:extLst>
          </p:cNvSpPr>
          <p:nvPr>
            <p:ph type="body" idx="3"/>
          </p:nvPr>
        </p:nvSpPr>
        <p:spPr>
          <a:xfrm>
            <a:off x="4646930" y="1534795"/>
            <a:ext cx="40398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/>
            <a:r>
              <a:t>CONS’</a:t>
            </a:r>
          </a:p>
        </p:txBody>
      </p:sp>
      <p:sp>
        <p:nvSpPr>
          <p:cNvPr id="6" name="SlideText3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CWHAAAYQ0AAHA1AACwJQAAEAAAACYAAAAIAAAAAAAAAAAAAAA="/>
              </a:ext>
            </a:extLst>
          </p:cNvSpPr>
          <p:nvPr>
            <p:ph type="body" idx="4"/>
          </p:nvPr>
        </p:nvSpPr>
        <p:spPr/>
        <p:txBody>
          <a:bodyPr/>
          <a:lstStyle/>
          <a:p>
            <a:pPr/>
            <a:r>
              <a:t>It’s a pity that it’s only a text without graphic interface</a:t>
            </a:r>
          </a:p>
          <a:p>
            <a:pPr/>
            <a:r>
              <a:t>I have understood the power of OOP now! I could have used different files for each different classes, like for the player, monster, inventory rather than use only one big long file</a:t>
            </a:r>
          </a:p>
          <a:p>
            <a:pPr/>
            <a:r>
              <a:t>It can be done more efficiently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p14="http://schemas.microsoft.com/office/powerpoint/2010/main" xmlns:r="http://schemas.openxmlformats.org/officeDocument/2006/relationships" xmlns:a="http://schemas.openxmlformats.org/drawing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val="SMDATA_13_NmGsYB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sAEAAHA1AAC4CAAAEAAAACYAAAAIAAAAAAAAAAAAAAA=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val="SMDATA_13_NmGsYB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MAAAAEAAAAAAAAAAAAAAAAAAAAAAAAAAeAAAAaAAAAAAAAAAAAAAAAAAAAAAAAAAAAAAAECcAABAnAAAAAAAAAAAAAAAAAAAAAAAAAAAAAAAAAAAAAAAAAAAAABQAAAAAAAAAwMD/AAAAAABkAAAAMgAAAAAAAABkAAAAAAAAAH9/fwAKAAAAHwAAAFQAAAAAAAAFAAAAAQAAAAAAAAAAAAAAAAAAAAAAAAAAAAAAAAAAAAAAAAAAAAAAAn9/fwAAAAADzMzMAMDA/wB/f38AAAAAAAAAAAAAAAAAAAAAAAAAAAAhAAAAGAAAABQAAADQAgAA2AkAAHA1AACwJQAAEAAAACYAAAAIAAAAAAAAAAAAAAA=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WILL I IMPLEMENT GRAPHIC INTERFACE IN THE FUTURE?</a:t>
            </a:r>
          </a:p>
          <a:p>
            <a:pPr/>
          </a:p>
          <a:p>
            <a:pPr/>
            <a:r>
              <a:t>OR MAYBE I WILL JUST USE THE STORY TO MAKE A GAME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 1">
    <a:dk1>
      <a:srgbClr val="000099"/>
    </a:dk1>
    <a:lt1>
      <a:srgbClr val="FFFFFF"/>
    </a:lt1>
    <a:dk2>
      <a:srgbClr val="003366"/>
    </a:dk2>
    <a:lt2>
      <a:srgbClr val="CCFFFF"/>
    </a:lt2>
    <a:accent1>
      <a:srgbClr val="3366CC"/>
    </a:accent1>
    <a:accent2>
      <a:srgbClr val="00B000"/>
    </a:accent2>
    <a:accent3>
      <a:srgbClr val="209020"/>
    </a:accent3>
    <a:accent4>
      <a:srgbClr val="407040"/>
    </a:accent4>
    <a:accent5>
      <a:srgbClr val="605060"/>
    </a:accent5>
    <a:accent6>
      <a:srgbClr val="803080"/>
    </a:accent6>
    <a:hlink>
      <a:srgbClr val="66CCFF"/>
    </a:hlink>
    <a:folHlink>
      <a:srgbClr val="FFE701"/>
    </a:folHlink>
  </a:clrScheme>
</a:themeOverride>
</file>

<file path=ppt/theme/themeOverride2.xml><?xml version="1.0" encoding="utf-8"?>
<a:themeOverride xmlns:a="http://schemas.openxmlformats.org/drawingml/2006/main">
  <a:clrScheme name="Presentation 1">
    <a:dk1>
      <a:srgbClr val="000000"/>
    </a:dk1>
    <a:lt1>
      <a:srgbClr val="FFFFD9"/>
    </a:lt1>
    <a:dk2>
      <a:srgbClr val="000000"/>
    </a:dk2>
    <a:lt2>
      <a:srgbClr val="777777"/>
    </a:lt2>
    <a:accent1>
      <a:srgbClr val="FFFFF7"/>
    </a:accent1>
    <a:accent2>
      <a:srgbClr val="33CCCC"/>
    </a:accent2>
    <a:accent3>
      <a:srgbClr val="53ACAC"/>
    </a:accent3>
    <a:accent4>
      <a:srgbClr val="738C8C"/>
    </a:accent4>
    <a:accent5>
      <a:srgbClr val="936C6C"/>
    </a:accent5>
    <a:accent6>
      <a:srgbClr val="B34C4C"/>
    </a:accent6>
    <a:hlink>
      <a:srgbClr val="FF5050"/>
    </a:hlink>
    <a:folHlink>
      <a:srgbClr val="FF9900"/>
    </a:folHlink>
  </a:clrScheme>
</a:themeOverride>
</file>

<file path=ppt/theme/themeOverride3.xml><?xml version="1.0" encoding="utf-8"?>
<a:themeOverride xmlns:a="http://schemas.openxmlformats.org/drawingml/2006/main">
  <a:clrScheme name="Presentation 1">
    <a:dk1>
      <a:srgbClr val="666699"/>
    </a:dk1>
    <a:lt1>
      <a:srgbClr val="FFFFFF"/>
    </a:lt1>
    <a:dk2>
      <a:srgbClr val="3E3E5C"/>
    </a:dk2>
    <a:lt2>
      <a:srgbClr val="FFFFFF"/>
    </a:lt2>
    <a:accent1>
      <a:srgbClr val="60597B"/>
    </a:accent1>
    <a:accent2>
      <a:srgbClr val="6666FF"/>
    </a:accent2>
    <a:accent3>
      <a:srgbClr val="8686DF"/>
    </a:accent3>
    <a:accent4>
      <a:srgbClr val="A6A6BF"/>
    </a:accent4>
    <a:accent5>
      <a:srgbClr val="C6C69F"/>
    </a:accent5>
    <a:accent6>
      <a:srgbClr val="E6E67F"/>
    </a:accent6>
    <a:hlink>
      <a:srgbClr val="99CCFF"/>
    </a:hlink>
    <a:folHlink>
      <a:srgbClr val="FFFF99"/>
    </a:folHlink>
  </a:clrScheme>
</a:themeOverride>
</file>

<file path=ppt/theme/themeOverride4.xml><?xml version="1.0" encoding="utf-8"?>
<a:themeOverride xmlns:a="http://schemas.openxmlformats.org/drawingml/2006/main">
  <a:clrScheme name="Presentation 1">
    <a:dk1>
      <a:srgbClr val="000000"/>
    </a:dk1>
    <a:lt1>
      <a:srgbClr val="FFFFD9"/>
    </a:lt1>
    <a:dk2>
      <a:srgbClr val="000000"/>
    </a:dk2>
    <a:lt2>
      <a:srgbClr val="777777"/>
    </a:lt2>
    <a:accent1>
      <a:srgbClr val="FFFFF7"/>
    </a:accent1>
    <a:accent2>
      <a:srgbClr val="33CCCC"/>
    </a:accent2>
    <a:accent3>
      <a:srgbClr val="53ACAC"/>
    </a:accent3>
    <a:accent4>
      <a:srgbClr val="738C8C"/>
    </a:accent4>
    <a:accent5>
      <a:srgbClr val="936C6C"/>
    </a:accent5>
    <a:accent6>
      <a:srgbClr val="B34C4C"/>
    </a:accent6>
    <a:hlink>
      <a:srgbClr val="FF5050"/>
    </a:hlink>
    <a:folHlink>
      <a:srgbClr val="FF9900"/>
    </a:folHlink>
  </a:clrScheme>
</a:themeOverride>
</file>

<file path=ppt/theme/themeOverride5.xml><?xml version="1.0" encoding="utf-8"?>
<a:themeOverride xmlns:a="http://schemas.openxmlformats.org/drawingml/2006/main">
  <a:clrScheme name="Presentation 1">
    <a:dk1>
      <a:srgbClr val="666699"/>
    </a:dk1>
    <a:lt1>
      <a:srgbClr val="FFFFFF"/>
    </a:lt1>
    <a:dk2>
      <a:srgbClr val="3E3E5C"/>
    </a:dk2>
    <a:lt2>
      <a:srgbClr val="FFFFFF"/>
    </a:lt2>
    <a:accent1>
      <a:srgbClr val="60597B"/>
    </a:accent1>
    <a:accent2>
      <a:srgbClr val="6666FF"/>
    </a:accent2>
    <a:accent3>
      <a:srgbClr val="8686DF"/>
    </a:accent3>
    <a:accent4>
      <a:srgbClr val="A6A6BF"/>
    </a:accent4>
    <a:accent5>
      <a:srgbClr val="C6C69F"/>
    </a:accent5>
    <a:accent6>
      <a:srgbClr val="E6E67F"/>
    </a:accent6>
    <a:hlink>
      <a:srgbClr val="99CCFF"/>
    </a:hlink>
    <a:folHlink>
      <a:srgbClr val="FFFF99"/>
    </a:folHlink>
  </a:clrScheme>
</a:themeOverride>
</file>

<file path=ppt/theme/themeOverride6.xml><?xml version="1.0" encoding="utf-8"?>
<a:themeOverride xmlns:a="http://schemas.openxmlformats.org/drawingml/2006/main">
  <a:clrScheme name="Presentation 1">
    <a:dk1>
      <a:srgbClr val="800000"/>
    </a:dk1>
    <a:lt1>
      <a:srgbClr val="FFFFFF"/>
    </a:lt1>
    <a:dk2>
      <a:srgbClr val="5C1F00"/>
    </a:dk2>
    <a:lt2>
      <a:srgbClr val="DFD293"/>
    </a:lt2>
    <a:accent1>
      <a:srgbClr val="CC3300"/>
    </a:accent1>
    <a:accent2>
      <a:srgbClr val="BE7960"/>
    </a:accent2>
    <a:accent3>
      <a:srgbClr val="9E9980"/>
    </a:accent3>
    <a:accent4>
      <a:srgbClr val="7EB9A0"/>
    </a:accent4>
    <a:accent5>
      <a:srgbClr val="5EC9C0"/>
    </a:accent5>
    <a:accent6>
      <a:srgbClr val="3EE9E0"/>
    </a:accent6>
    <a:hlink>
      <a:srgbClr val="FFFF99"/>
    </a:hlink>
    <a:folHlink>
      <a:srgbClr val="D3A21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makem</cp:lastModifiedBy>
  <cp:revision>0</cp:revision>
  <dcterms:created xsi:type="dcterms:W3CDTF">2021-05-24T00:59:31Z</dcterms:created>
  <dcterms:modified xsi:type="dcterms:W3CDTF">2021-05-25T02:30:14Z</dcterms:modified>
</cp:coreProperties>
</file>